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7053263" cy="93091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47C44-C7C7-A2F0-8CA5-80B5639B9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FD16E2-5C5E-08F9-EE4A-F042E775B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1D0B3A-EB49-D264-D19E-386113D2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0BCAEC-A696-41C0-CE3C-C06EC6AD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AB78DE-89A1-6C5F-5DAE-AA7A238A7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707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E9217-AEE7-EA67-4E42-5CEDBEDF0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1767C6-54EC-D103-09B4-39656E874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6DC77-AD45-6812-4DDE-B17F790C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65A2D5-A51C-C784-8A8D-7EED816A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E1D4AC-2DEE-DAFA-EFD0-C6710719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0958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3428B-CD0A-158E-37AB-FB9959CC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4FFB42-0F97-A5A3-8587-ED52C470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989AFD-A367-26ED-5147-65075605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233D5F-AFC8-F8EE-7F9A-E8FD4080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E3F82B-EBFE-85C0-DA92-6BC0BF72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762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FD8DF-5D59-66B5-5150-EF23DDC8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7247AC-08B5-4949-0F2B-150DBEFBB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21C531-CCAC-408C-FDE8-A2B03D86C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75E17-1EFD-097F-3376-CD8523F0B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F3D357-EBE4-4EEA-0D70-2EBD6D54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CDE635-6F62-8ACE-65F5-D48E2C60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108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B40F6-EFD8-9E68-1256-1556298A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952AD5-B02C-0B19-D275-531B08D37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C243EC-8636-C03E-F389-FEC958A15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176D0E-071F-C291-E56E-CECBBFDD5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ADB0BB-6429-D618-DBF3-ACE0D1140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7EE39F9-522E-5B7B-B987-C3E58DC6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E979E4F-88D0-09D1-9A49-4B2CF4D1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9B7417-5BD2-60CA-AFD9-4821D9DE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286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62B0B-9A48-03DF-8985-A92C1987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71E1D45-E71D-627F-6F24-594394DB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DCED0E-8EDF-8403-8D1D-A44E7C83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750619-262A-5D84-9749-EDE7C40D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032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E0C8666-09B8-CBB8-2E03-71FCDB29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022EAC9-EC8B-0A97-BBD0-D724091A8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27EA80-52A3-C90A-0547-C3385FA7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941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37AF7-9481-026F-8C2F-80E0B6881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731290-6D94-59EF-06C9-C92E462CB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E07551B-67BA-FD24-A09B-AA784C15C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0F5CDF-6A48-E345-1693-9980711C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506E90-57F4-8491-53DF-F3E0853E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C867B5-A6AD-27CE-938E-4B6A95A9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065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5F3D1-C2EF-4DEB-FC3C-2100886B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45F5AB-7920-96AE-3A58-132A89637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0DF8E0-A546-D5E6-18E5-4184D22A0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D99C5C-CEF5-D810-30DE-4ED3A356A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DDA239-B5B5-BB00-163F-287C3E69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BC5C3F-6EC7-D3E5-D596-D41E89E3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748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18768-48D2-943A-2BD6-AA27D53A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8ADFB4-B212-84EE-1CD2-4B0800821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22B6F-2FEA-5D6F-7F41-368E64E6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C63733-91AC-BD91-F58E-4DC8CCBC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7D82F-18F7-5AF9-F8CF-78537E0D7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84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91F49B6-735D-7427-EB94-86D58F280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A95113-B84A-4E36-540E-9D388DEC7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B76434-DD88-13E3-2D95-5B0470BD9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F294F1-897A-26DA-352B-F251046E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EB3977-D0CC-2415-CEFE-C55FE10B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623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E3C427-415B-AC08-20E5-0E55C0C6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B41A76-540D-DB06-30FC-4CB1A219A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37A57F-ABE4-1292-FF47-E89424AED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DE63C-C94A-43F6-83C8-7C42A25F91B8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7D02F6-4A14-E46F-F83D-69F85888E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FB6E3A-ECBC-9159-0CCA-9EA5B4517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28DED-63C7-4C2E-AB14-F82B0B451B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922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1E05-D230-C882-9917-1B7674DD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1CA485C-A8A5-F664-D3E8-C2B8ECFD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46" y="575864"/>
            <a:ext cx="8468907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D6C8A76-E8F3-73FF-8656-D4904E870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6" y="251969"/>
            <a:ext cx="11269648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8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DE959-BC3D-8C27-3333-B140B54B9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501B486-4163-27A4-A8A6-E5EE72D7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6" y="233304"/>
            <a:ext cx="4991797" cy="82879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6BE96D4-35F7-0C5D-507E-890172830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76" y="1242908"/>
            <a:ext cx="5096586" cy="149563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30342DB-3181-A2EC-53E0-269406C7E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34" y="2842958"/>
            <a:ext cx="3610479" cy="36485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7F78095-38E8-F458-ADDC-2BF6FB0DE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780" y="233304"/>
            <a:ext cx="6411220" cy="78115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83AA882-AFF5-EC45-4B90-FFA72AFDCF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689" y="1399892"/>
            <a:ext cx="3096057" cy="20291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488C08A-4248-2290-ACA7-7C0A0121F4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689" y="3814429"/>
            <a:ext cx="3200847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1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38183-0203-F644-3C4A-3D0F7660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12A2B40-96D5-811C-EBB6-4DB10B81A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09" y="247649"/>
            <a:ext cx="4907189" cy="95250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090D08C-34CF-037A-D879-292C17451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09" y="1200150"/>
            <a:ext cx="5582191" cy="548615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EA6F890-F15C-911B-F07D-05220AA9E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6431"/>
            <a:ext cx="4087055" cy="4126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AC8E211-8A6D-63F5-221E-B5226B314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794" y="615053"/>
            <a:ext cx="3048281" cy="117019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92E3297-0D46-8F16-ED60-AA388D1327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191" y="1821233"/>
            <a:ext cx="4963218" cy="96215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FD546E8-4148-6D59-8DD1-2CBDF4E4AC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6191" y="2704298"/>
            <a:ext cx="5468113" cy="39820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5C50D06-2216-2E29-5424-34AE5E1E36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0777" y="4290997"/>
            <a:ext cx="504895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91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9D178-A421-34FE-9DC7-D4023993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5800F61-1616-65B0-DB26-AF74C6944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5" y="199972"/>
            <a:ext cx="6801799" cy="7621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78F4618-3D22-1134-A141-CA73CF051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5416"/>
            <a:ext cx="5096586" cy="492511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23B7F24-05C4-1449-09C2-80FC8FEEF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820" y="123761"/>
            <a:ext cx="3477110" cy="83831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59ACFE-B2F3-3CB7-BBBE-34C79B017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834" y="1195347"/>
            <a:ext cx="5567598" cy="48105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42E4136-E60D-6099-8069-320B5BAA9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6586" y="1909669"/>
            <a:ext cx="7031139" cy="400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08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9B55C-0EA5-482B-C49E-23E320389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1626E86-F64E-6E01-AFE0-D541D8B28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61" y="328311"/>
            <a:ext cx="4677428" cy="431542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9F0EB6D-739E-5BD0-F765-DFC67ED3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789" y="1285875"/>
            <a:ext cx="2155042" cy="193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0D1A-C2BE-E907-F338-15FDC860A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4B75778-2EB8-23FB-48D8-EC1B0B6FC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53" y="199855"/>
            <a:ext cx="3882757" cy="201471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CDD68EF-0755-EEE4-F39B-2949995C9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284" y="199855"/>
            <a:ext cx="7697220" cy="62866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C00089D-5F6C-EB94-6ED6-5435F3423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91" y="2602123"/>
            <a:ext cx="3681833" cy="21059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8F60178-96A2-DCC9-B4AB-A4530F174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291" y="4667055"/>
            <a:ext cx="3681833" cy="203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0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96DE4-A57B-D6DD-21A8-A431C07E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D99D58-B6F6-ECBD-C59E-05C1879B9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2" y="180915"/>
            <a:ext cx="4915586" cy="85737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9E65127-67CB-FA40-1AD0-8E51CF571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29" y="1185593"/>
            <a:ext cx="5134692" cy="38581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E5A8D8B-1A50-531F-B21F-0E22C39C25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29" y="5319922"/>
            <a:ext cx="5432032" cy="91895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1A90B0-1656-7D31-A97A-CCDD73002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493" y="4605447"/>
            <a:ext cx="2191056" cy="7144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33F5812-205F-84B0-889A-DDEE2E1E55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9361" y="180915"/>
            <a:ext cx="3151546" cy="90946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A01B429-1258-3171-7D2E-A588C02FB0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0907" y="-1342"/>
            <a:ext cx="2853069" cy="122188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3E12E0D-B5A6-1C94-18E4-1BD01652DD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7745" y="1185593"/>
            <a:ext cx="5906324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19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86A195F-83B3-E924-3CDE-6DCD415E7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237847"/>
            <a:ext cx="11231542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20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86C59-8A68-BC05-3F0A-19D32B463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8A7E3E1-70A7-BEA6-22FF-8E1675BEE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2" y="337706"/>
            <a:ext cx="11250595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9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5771-ECF1-3116-5375-8A0858D76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11F8C2-B3EF-CE7E-96CF-4E0E600EA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209519"/>
            <a:ext cx="9154803" cy="43821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4D5FF3B-70B8-2B9D-3FCB-5163430A8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973" y="804766"/>
            <a:ext cx="1888918" cy="10335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15A4507-B792-4CF7-1A3E-8423B5FC2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804766"/>
            <a:ext cx="1747993" cy="104135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CBF7C92-588D-CBBD-8ADD-963174F2D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717" y="2147708"/>
            <a:ext cx="3153215" cy="256258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A3FA59D-375D-D53D-B5FC-18EA73E5D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260" y="2090550"/>
            <a:ext cx="3429479" cy="26768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536219D-32BC-0E4B-1B25-E4DFFA0879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6045" y="2090550"/>
            <a:ext cx="3296110" cy="262926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528E91A-6D71-CE6A-F59D-FADA3172B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8982" y="5233902"/>
            <a:ext cx="9926435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4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34CD-ED74-FA7F-730A-BA7198F43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2973489-B488-0361-762F-B21EE77B5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180" y="2395393"/>
            <a:ext cx="5115639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36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Igor Miranda Prieto</dc:creator>
  <cp:lastModifiedBy>Boris Igor Miranda Prieto</cp:lastModifiedBy>
  <cp:revision>1</cp:revision>
  <cp:lastPrinted>2026-03-15T15:13:17Z</cp:lastPrinted>
  <dcterms:created xsi:type="dcterms:W3CDTF">2026-03-15T14:21:51Z</dcterms:created>
  <dcterms:modified xsi:type="dcterms:W3CDTF">2026-03-15T15:13:21Z</dcterms:modified>
</cp:coreProperties>
</file>