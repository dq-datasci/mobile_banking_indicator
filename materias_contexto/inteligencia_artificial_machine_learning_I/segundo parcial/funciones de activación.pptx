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053263" cy="93091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A210D-C4A4-65A6-5B1D-12C6019EF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A1B854-06D9-6D63-C586-8CB5AE47F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8E54E1-A8A9-C717-D9DF-3991820C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0D962C-5970-47A2-EC02-6DDFDB82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55CE70-D882-D25C-BAED-538530D8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251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52D1C-538C-23D2-997E-64E77B30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95C836-2D94-A93F-D292-015EBB849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EABBFF-C603-93BF-87A3-C91BCB7E9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3E184E-74C0-8891-0DFF-59081BEC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789774-F208-C8B7-64FF-9B4715DE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3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3D922-CBF6-1CBF-05E3-DF79F815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AAA2F8-6550-B49C-BA5B-A6981996F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983FBD-488A-6D22-D201-87C47829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F9EA53-F78C-5766-1548-562CF503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EB89C-1005-261C-3C07-86853393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190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8769C-4DC5-30B9-6CCF-280DF7B2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8D922B-F3D9-529E-F9A8-442D1568A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0669E5-8A7F-7D3C-7D9F-5CD015996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C11B66-2CA0-D20A-7679-1B980202E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7C1DA0-9CD8-5C1C-9836-CFC2171CC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2B948F-77F8-C9ED-67E9-E016FB1D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64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B3C0A-F08F-737D-B9F8-177799C8D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F2D2F3-1508-F458-9F38-64043B072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F00440-A2D5-F2A9-2263-BFC613E3D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1B30A7-C1D7-0375-8EC2-8AABA5430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639DF0-18C7-371B-6D5A-DD2337669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784707-3681-D2CB-84F7-E3E6A73F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8035E1-0222-1742-35F7-EA0E5743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D265B4-BC3C-8EF6-B2BE-E1D124316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142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D967E-751D-4E90-CAEB-AC3C9BD1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B4AC64-FD38-B446-994A-F5DA3123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81AE76-26E1-744C-FA9F-93BE9FB0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710E10-5AEC-1B27-0011-F289F7FB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894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EFA8A47-E757-07A9-839E-4A596DCB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361713-C75B-86D8-09EF-DEB8C1AC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BC9BB5-7E7B-BAEA-9D96-2078AF18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945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F9EFD-93F4-FA83-5DE5-2EEF7D9F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E1194-4660-4DBB-0C59-CF555DCD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AD596F-2CBC-EC34-944D-525291EB2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09C441-6538-0E58-8943-DA05EE0A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E6B273-46A8-9F2F-69AB-1C1DC95B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E6E16D-C89B-A073-6F55-23DBDCF8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44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004F3-7656-04C4-F86B-34DECFF3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48EBF1-245C-C9D0-2928-C52C31266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BD3D69-7CD6-4906-927B-31339C19B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B2663B-6505-8CF0-92F1-6EE6D73E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FB77ED-920C-F450-BCF6-7A15C509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9A6487-3501-0174-65E8-CC1D914F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043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9E1DC-E011-7BC2-7A20-7F61E048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602592-FB0B-4819-88D8-ACE3EA90C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59CDBD-2A8B-6307-E9EC-9B52761B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8B9D41-B691-2693-0CD0-97C16768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CAB0EF-D7AD-AE1D-9C80-059A817E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017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AF50B2-9DF0-7089-7805-81F4FAD2C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84EC0-0439-87C7-58E0-A61E7A22D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A91D76-1BAC-9D2A-F3BA-9F612523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F29B7C-8A9A-DFC6-D67C-EE1E943D8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C33C9C-9CF9-B380-8084-F2010CAB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782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6B48A5-2AB8-709D-E5A3-C5C0EEBE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ECB7D8-325C-E6A0-92D3-565933053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6B6C0A-E5DD-099B-0C4C-F2D2DD8361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99F74-5EEB-4793-A0F4-3AA964A260C6}" type="datetimeFigureOut">
              <a:rPr lang="es-ES" smtClean="0"/>
              <a:t>05/04/2026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7CA8C3-ECFD-4079-E499-271CFF2D9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3CAC27-1F0D-998C-0ED8-3BCC53952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65CC4B-51BC-4B5B-B06B-D1BCB54DD6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245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419EC0B-687D-B5D4-3B04-5E04B7C3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251" y="257025"/>
            <a:ext cx="2033575" cy="18670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57FBACA-7C25-D39E-B3AE-52A070253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138" y="257025"/>
            <a:ext cx="2033575" cy="18670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3B151AE-0B89-D14D-86A9-46612C1BE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025" y="257025"/>
            <a:ext cx="2048034" cy="18670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994BBB-AC5A-1F2F-8790-7FE0047C4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251" y="2481817"/>
            <a:ext cx="2052632" cy="19187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34BD749-068F-C3B0-14D8-1ECBC6E31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1138" y="2481817"/>
            <a:ext cx="2033575" cy="19187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6C3440F-4298-1CB6-394B-8809FDB7D6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5968" y="2481817"/>
            <a:ext cx="2048035" cy="191873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AA776A8-2C04-1E7A-7210-AE9F170E6D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252" y="4758291"/>
            <a:ext cx="2052632" cy="191873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215FEA6-74A2-8ED2-01A9-C2054E327C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1138" y="4758291"/>
            <a:ext cx="2028978" cy="191873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C01E023-9E1A-0A8A-AE9F-FE040D4A9A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5025" y="4758291"/>
            <a:ext cx="2028978" cy="191873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E25AE87-ED2F-74BE-4A09-409C2387D43A}"/>
              </a:ext>
            </a:extLst>
          </p:cNvPr>
          <p:cNvSpPr txBox="1"/>
          <p:nvPr/>
        </p:nvSpPr>
        <p:spPr>
          <a:xfrm>
            <a:off x="807720" y="257025"/>
            <a:ext cx="82296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/>
              <a:t>ReLU</a:t>
            </a:r>
            <a:endParaRPr lang="es-ES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B89D69-3617-9762-88D1-5AC9C5D5FA92}"/>
              </a:ext>
            </a:extLst>
          </p:cNvPr>
          <p:cNvSpPr txBox="1"/>
          <p:nvPr/>
        </p:nvSpPr>
        <p:spPr>
          <a:xfrm>
            <a:off x="4517397" y="257025"/>
            <a:ext cx="11061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/>
              <a:t>Leaky</a:t>
            </a:r>
            <a:r>
              <a:rPr lang="es-ES" sz="1400" dirty="0"/>
              <a:t> </a:t>
            </a:r>
            <a:r>
              <a:rPr lang="es-ES" sz="1400" dirty="0" err="1"/>
              <a:t>ReLU</a:t>
            </a:r>
            <a:endParaRPr lang="es-ES" sz="1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04447B8-94E6-5990-5B14-A271F0C6919B}"/>
              </a:ext>
            </a:extLst>
          </p:cNvPr>
          <p:cNvSpPr txBox="1"/>
          <p:nvPr/>
        </p:nvSpPr>
        <p:spPr>
          <a:xfrm>
            <a:off x="8510277" y="257024"/>
            <a:ext cx="11061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/>
              <a:t>Tanh</a:t>
            </a:r>
            <a:endParaRPr lang="es-ES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4148B1F-B06C-A9FA-0CFA-FDB5526A33E2}"/>
              </a:ext>
            </a:extLst>
          </p:cNvPr>
          <p:cNvSpPr txBox="1"/>
          <p:nvPr/>
        </p:nvSpPr>
        <p:spPr>
          <a:xfrm>
            <a:off x="437997" y="2481817"/>
            <a:ext cx="114010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/>
              <a:t>Binary</a:t>
            </a:r>
            <a:r>
              <a:rPr lang="es-ES" sz="1400" dirty="0"/>
              <a:t> Step </a:t>
            </a:r>
            <a:r>
              <a:rPr lang="es-ES" sz="1400" dirty="0" err="1"/>
              <a:t>Function</a:t>
            </a:r>
            <a:endParaRPr lang="es-ES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19E29A-896B-A713-3840-0A71F185798B}"/>
              </a:ext>
            </a:extLst>
          </p:cNvPr>
          <p:cNvSpPr txBox="1"/>
          <p:nvPr/>
        </p:nvSpPr>
        <p:spPr>
          <a:xfrm>
            <a:off x="4658998" y="2435650"/>
            <a:ext cx="82296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Linear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D0389-A9FF-83A1-E72C-AF7A836EED31}"/>
              </a:ext>
            </a:extLst>
          </p:cNvPr>
          <p:cNvSpPr txBox="1"/>
          <p:nvPr/>
        </p:nvSpPr>
        <p:spPr>
          <a:xfrm>
            <a:off x="8562852" y="2481817"/>
            <a:ext cx="82296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SELU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C409B08-37EB-8B5E-DE91-A5CA7CF19006}"/>
              </a:ext>
            </a:extLst>
          </p:cNvPr>
          <p:cNvSpPr txBox="1"/>
          <p:nvPr/>
        </p:nvSpPr>
        <p:spPr>
          <a:xfrm>
            <a:off x="508512" y="4758291"/>
            <a:ext cx="82296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ELU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4F91EC4-8ABD-2866-C961-D2F0D2A937DA}"/>
              </a:ext>
            </a:extLst>
          </p:cNvPr>
          <p:cNvSpPr txBox="1"/>
          <p:nvPr/>
        </p:nvSpPr>
        <p:spPr>
          <a:xfrm>
            <a:off x="4579620" y="4758291"/>
            <a:ext cx="104394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Sigmoide/</a:t>
            </a:r>
          </a:p>
          <a:p>
            <a:pPr algn="ctr"/>
            <a:r>
              <a:rPr lang="es-ES" sz="1400" dirty="0" err="1"/>
              <a:t>Logistic</a:t>
            </a:r>
            <a:endParaRPr lang="es-ES" sz="14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6EA601D-447F-0B25-5750-0195456F206A}"/>
              </a:ext>
            </a:extLst>
          </p:cNvPr>
          <p:cNvSpPr txBox="1"/>
          <p:nvPr/>
        </p:nvSpPr>
        <p:spPr>
          <a:xfrm>
            <a:off x="8359140" y="4758291"/>
            <a:ext cx="117348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/>
              <a:t>Parametric</a:t>
            </a:r>
            <a:r>
              <a:rPr lang="es-ES" sz="1400" dirty="0"/>
              <a:t> </a:t>
            </a:r>
            <a:r>
              <a:rPr lang="es-ES" sz="1400" dirty="0" err="1"/>
              <a:t>ReLU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296497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</Words>
  <Application>Microsoft Office PowerPoint</Application>
  <PresentationFormat>Panorámica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Igor Miranda Prieto</dc:creator>
  <cp:lastModifiedBy>Boris Igor Miranda Prieto</cp:lastModifiedBy>
  <cp:revision>1</cp:revision>
  <cp:lastPrinted>2026-04-05T23:20:59Z</cp:lastPrinted>
  <dcterms:created xsi:type="dcterms:W3CDTF">2026-04-05T23:09:58Z</dcterms:created>
  <dcterms:modified xsi:type="dcterms:W3CDTF">2026-04-05T23:22:26Z</dcterms:modified>
</cp:coreProperties>
</file>